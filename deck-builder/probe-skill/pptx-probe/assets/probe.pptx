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{{probe_token}}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If the title above changed, direct XML editing works in this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