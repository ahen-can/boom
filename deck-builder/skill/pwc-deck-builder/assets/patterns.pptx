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TITLE</a:t>
            </a:r>
          </a:p>
          <a:p>
            <a:r>
              <a:t>PURPOSE: Cover slide</a:t>
            </a:r>
          </a:p>
          <a:p>
            <a:r>
              <a:t>USE WHEN: First slide of every deck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SECTION</a:t>
            </a:r>
          </a:p>
          <a:p>
            <a:r>
              <a:t>PURPOSE: Section divider</a:t>
            </a:r>
          </a:p>
          <a:p>
            <a:r>
              <a:t>USE WHEN: Start of each major section (3-6 per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OBJ_3COL</a:t>
            </a:r>
          </a:p>
          <a:p>
            <a:r>
              <a:t>PURPOSE: Three objectives or themes side by side, each with an icon</a:t>
            </a:r>
          </a:p>
          <a:p>
            <a:r>
              <a:t>USE WHEN: Objectives, key themes, pillars when there are exactly 2-3 parallel ideas</a:t>
            </a:r>
          </a:p>
          <a:p>
            <a:r>
              <a:t>ITEMS: 2-3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OBJ_NUMBERED_4</a:t>
            </a:r>
          </a:p>
          <a:p>
            <a:r>
              <a:t>PURPOSE: Numbered list of objectives or priorities with a short explanation each</a:t>
            </a:r>
          </a:p>
          <a:p>
            <a:r>
              <a:t>USE WHEN: Objectives or priorities when there are 3-4 items needing a sentence each</a:t>
            </a:r>
          </a:p>
          <a:p>
            <a:r>
              <a:t>ITEMS: 3-4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APPROACH_CHEVRON_4</a:t>
            </a:r>
          </a:p>
          <a:p>
            <a:r>
              <a:t>PURPOSE: Phased approach, left to right, with activities under each phase</a:t>
            </a:r>
          </a:p>
          <a:p>
            <a:r>
              <a:t>USE WHEN: Approach, methodology or roadmap with 3-4 sequential phases</a:t>
            </a:r>
          </a:p>
          <a:p>
            <a:r>
              <a:t>ITEMS: 3-4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TWO_COL</a:t>
            </a:r>
          </a:p>
          <a:p>
            <a:r>
              <a:t>PURPOSE: Two contrasting or complementary blocks</a:t>
            </a:r>
          </a:p>
          <a:p>
            <a:r>
              <a:t>USE WHEN: Current vs future state, challenge vs response, what we heard vs what it means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5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7F7F7F"/>
                </a:solidFill>
              </a:rPr>
              <a:t>{{subtitle}}</a:t>
            </a:r>
          </a:p>
        </p:txBody>
      </p:sp>
      <p:sp>
        <p:nvSpPr>
          <p:cNvPr id="5" name="date"/>
          <p:cNvSpPr txBox="1"/>
          <p:nvPr/>
        </p:nvSpPr>
        <p:spPr>
          <a:xfrm>
            <a:off x="914400" y="5852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7F7F7F"/>
                </a:solidFill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5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_number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{{section_number}}</a:t>
            </a:r>
          </a:p>
        </p:txBody>
      </p:sp>
      <p:sp>
        <p:nvSpPr>
          <p:cNvPr id="4" name="section_title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333333"/>
                </a:solidFill>
              </a:rPr>
              <a:t>{{section_title}}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grpSp>
        <p:nvGrpSpPr>
          <p:cNvPr id="4" name="item1"/>
          <p:cNvGrpSpPr/>
          <p:nvPr/>
        </p:nvGrpSpPr>
        <p:grpSpPr>
          <a:xfrm>
            <a:off x="457200" y="1554480"/>
            <a:ext cx="3566160" cy="4480560"/>
            <a:chOff x="457200" y="1554480"/>
            <a:chExt cx="3566160" cy="4480560"/>
          </a:xfrm>
        </p:grpSpPr>
        <p:sp>
          <p:nvSpPr>
            <p:cNvPr id="5" name="item1_bg"/>
            <p:cNvSpPr/>
            <p:nvPr/>
          </p:nvSpPr>
          <p:spPr>
            <a:xfrm>
              <a:off x="457200" y="1554480"/>
              <a:ext cx="3566160" cy="44805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" name="item1_icon" descr="targe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" y="1783080"/>
              <a:ext cx="640080" cy="640080"/>
            </a:xfrm>
            <a:prstGeom prst="rect">
              <a:avLst/>
            </a:prstGeom>
          </p:spPr>
        </p:pic>
        <p:sp>
          <p:nvSpPr>
            <p:cNvPr id="7" name="item1_head"/>
            <p:cNvSpPr txBox="1"/>
            <p:nvPr/>
          </p:nvSpPr>
          <p:spPr>
            <a:xfrm>
              <a:off x="731520" y="2606040"/>
              <a:ext cx="301752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>
                  <a:solidFill>
                    <a:srgbClr val="2F5D7C"/>
                  </a:solidFill>
                </a:rPr>
                <a:t>{{item1_head}}</a:t>
              </a:r>
            </a:p>
          </p:txBody>
        </p:sp>
        <p:sp>
          <p:nvSpPr>
            <p:cNvPr id="8" name="item1_body"/>
            <p:cNvSpPr txBox="1"/>
            <p:nvPr/>
          </p:nvSpPr>
          <p:spPr>
            <a:xfrm>
              <a:off x="731520" y="3383280"/>
              <a:ext cx="3017520" cy="2468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{{item1_body}}</a:t>
              </a:r>
            </a:p>
          </p:txBody>
        </p:sp>
      </p:grpSp>
      <p:grpSp>
        <p:nvGrpSpPr>
          <p:cNvPr id="9" name="item2"/>
          <p:cNvGrpSpPr/>
          <p:nvPr/>
        </p:nvGrpSpPr>
        <p:grpSpPr>
          <a:xfrm>
            <a:off x="4251960" y="1554480"/>
            <a:ext cx="3566160" cy="4480560"/>
            <a:chOff x="4251960" y="1554480"/>
            <a:chExt cx="3566160" cy="4480560"/>
          </a:xfrm>
        </p:grpSpPr>
        <p:sp>
          <p:nvSpPr>
            <p:cNvPr id="10" name="item2_bg"/>
            <p:cNvSpPr/>
            <p:nvPr/>
          </p:nvSpPr>
          <p:spPr>
            <a:xfrm>
              <a:off x="4251960" y="1554480"/>
              <a:ext cx="3566160" cy="44805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" name="item2_icon" descr="targe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6280" y="1783080"/>
              <a:ext cx="640080" cy="640080"/>
            </a:xfrm>
            <a:prstGeom prst="rect">
              <a:avLst/>
            </a:prstGeom>
          </p:spPr>
        </p:pic>
        <p:sp>
          <p:nvSpPr>
            <p:cNvPr id="12" name="item2_head"/>
            <p:cNvSpPr txBox="1"/>
            <p:nvPr/>
          </p:nvSpPr>
          <p:spPr>
            <a:xfrm>
              <a:off x="4526280" y="2606040"/>
              <a:ext cx="301752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>
                  <a:solidFill>
                    <a:srgbClr val="2F5D7C"/>
                  </a:solidFill>
                </a:rPr>
                <a:t>{{item2_head}}</a:t>
              </a:r>
            </a:p>
          </p:txBody>
        </p:sp>
        <p:sp>
          <p:nvSpPr>
            <p:cNvPr id="13" name="item2_body"/>
            <p:cNvSpPr txBox="1"/>
            <p:nvPr/>
          </p:nvSpPr>
          <p:spPr>
            <a:xfrm>
              <a:off x="4526280" y="3383280"/>
              <a:ext cx="3017520" cy="2468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{{item2_body}}</a:t>
              </a:r>
            </a:p>
          </p:txBody>
        </p:sp>
      </p:grpSp>
      <p:grpSp>
        <p:nvGrpSpPr>
          <p:cNvPr id="14" name="item3"/>
          <p:cNvGrpSpPr/>
          <p:nvPr/>
        </p:nvGrpSpPr>
        <p:grpSpPr>
          <a:xfrm>
            <a:off x="8046720" y="1554480"/>
            <a:ext cx="3566160" cy="4480560"/>
            <a:chOff x="8046720" y="1554480"/>
            <a:chExt cx="3566160" cy="4480560"/>
          </a:xfrm>
        </p:grpSpPr>
        <p:sp>
          <p:nvSpPr>
            <p:cNvPr id="15" name="item3_bg"/>
            <p:cNvSpPr/>
            <p:nvPr/>
          </p:nvSpPr>
          <p:spPr>
            <a:xfrm>
              <a:off x="8046720" y="1554480"/>
              <a:ext cx="3566160" cy="44805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6" name="item3_icon" descr="targe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1040" y="1783080"/>
              <a:ext cx="640080" cy="640080"/>
            </a:xfrm>
            <a:prstGeom prst="rect">
              <a:avLst/>
            </a:prstGeom>
          </p:spPr>
        </p:pic>
        <p:sp>
          <p:nvSpPr>
            <p:cNvPr id="17" name="item3_head"/>
            <p:cNvSpPr txBox="1"/>
            <p:nvPr/>
          </p:nvSpPr>
          <p:spPr>
            <a:xfrm>
              <a:off x="8321040" y="2606040"/>
              <a:ext cx="301752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>
                  <a:solidFill>
                    <a:srgbClr val="2F5D7C"/>
                  </a:solidFill>
                </a:rPr>
                <a:t>{{item3_head}}</a:t>
              </a:r>
            </a:p>
          </p:txBody>
        </p:sp>
        <p:sp>
          <p:nvSpPr>
            <p:cNvPr id="18" name="item3_body"/>
            <p:cNvSpPr txBox="1"/>
            <p:nvPr/>
          </p:nvSpPr>
          <p:spPr>
            <a:xfrm>
              <a:off x="8321040" y="3383280"/>
              <a:ext cx="3017520" cy="2468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{{item3_body}}</a:t>
              </a:r>
            </a:p>
          </p:txBody>
        </p:sp>
      </p:grpSp>
      <p:sp>
        <p:nvSpPr>
          <p:cNvPr id="19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grpSp>
        <p:nvGrpSpPr>
          <p:cNvPr id="4" name="item1"/>
          <p:cNvGrpSpPr/>
          <p:nvPr/>
        </p:nvGrpSpPr>
        <p:grpSpPr>
          <a:xfrm>
            <a:off x="457200" y="1645920"/>
            <a:ext cx="11247120" cy="932688"/>
            <a:chOff x="457200" y="1645920"/>
            <a:chExt cx="11247120" cy="932688"/>
          </a:xfrm>
        </p:grpSpPr>
        <p:sp>
          <p:nvSpPr>
            <p:cNvPr id="5" name="item1_num"/>
            <p:cNvSpPr/>
            <p:nvPr/>
          </p:nvSpPr>
          <p:spPr>
            <a:xfrm>
              <a:off x="457200" y="1691639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6" name="item1_head"/>
            <p:cNvSpPr txBox="1"/>
            <p:nvPr/>
          </p:nvSpPr>
          <p:spPr>
            <a:xfrm>
              <a:off x="1280160" y="1645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{{item1_head}}</a:t>
              </a:r>
            </a:p>
          </p:txBody>
        </p:sp>
        <p:sp>
          <p:nvSpPr>
            <p:cNvPr id="7" name="item1_body"/>
            <p:cNvSpPr txBox="1"/>
            <p:nvPr/>
          </p:nvSpPr>
          <p:spPr>
            <a:xfrm>
              <a:off x="4754880" y="1645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{{item1_body}}</a:t>
              </a:r>
            </a:p>
          </p:txBody>
        </p:sp>
        <p:sp>
          <p:nvSpPr>
            <p:cNvPr id="8" name="item1_rule"/>
            <p:cNvSpPr/>
            <p:nvPr/>
          </p:nvSpPr>
          <p:spPr>
            <a:xfrm>
              <a:off x="1280160" y="2560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item2"/>
          <p:cNvGrpSpPr/>
          <p:nvPr/>
        </p:nvGrpSpPr>
        <p:grpSpPr>
          <a:xfrm>
            <a:off x="457200" y="2788920"/>
            <a:ext cx="11247120" cy="932688"/>
            <a:chOff x="457200" y="2788920"/>
            <a:chExt cx="11247120" cy="932688"/>
          </a:xfrm>
        </p:grpSpPr>
        <p:sp>
          <p:nvSpPr>
            <p:cNvPr id="10" name="item2_num"/>
            <p:cNvSpPr/>
            <p:nvPr/>
          </p:nvSpPr>
          <p:spPr>
            <a:xfrm>
              <a:off x="457200" y="2834640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1" name="item2_head"/>
            <p:cNvSpPr txBox="1"/>
            <p:nvPr/>
          </p:nvSpPr>
          <p:spPr>
            <a:xfrm>
              <a:off x="1280160" y="2788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{{item2_head}}</a:t>
              </a:r>
            </a:p>
          </p:txBody>
        </p:sp>
        <p:sp>
          <p:nvSpPr>
            <p:cNvPr id="12" name="item2_body"/>
            <p:cNvSpPr txBox="1"/>
            <p:nvPr/>
          </p:nvSpPr>
          <p:spPr>
            <a:xfrm>
              <a:off x="4754880" y="2788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{{item2_body}}</a:t>
              </a:r>
            </a:p>
          </p:txBody>
        </p:sp>
        <p:sp>
          <p:nvSpPr>
            <p:cNvPr id="13" name="item2_rule"/>
            <p:cNvSpPr/>
            <p:nvPr/>
          </p:nvSpPr>
          <p:spPr>
            <a:xfrm>
              <a:off x="1280160" y="3703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item3"/>
          <p:cNvGrpSpPr/>
          <p:nvPr/>
        </p:nvGrpSpPr>
        <p:grpSpPr>
          <a:xfrm>
            <a:off x="457200" y="3931920"/>
            <a:ext cx="11247120" cy="932688"/>
            <a:chOff x="457200" y="3931920"/>
            <a:chExt cx="11247120" cy="932688"/>
          </a:xfrm>
        </p:grpSpPr>
        <p:sp>
          <p:nvSpPr>
            <p:cNvPr id="15" name="item3_num"/>
            <p:cNvSpPr/>
            <p:nvPr/>
          </p:nvSpPr>
          <p:spPr>
            <a:xfrm>
              <a:off x="457200" y="3977640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6" name="item3_head"/>
            <p:cNvSpPr txBox="1"/>
            <p:nvPr/>
          </p:nvSpPr>
          <p:spPr>
            <a:xfrm>
              <a:off x="1280160" y="3931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{{item3_head}}</a:t>
              </a:r>
            </a:p>
          </p:txBody>
        </p:sp>
        <p:sp>
          <p:nvSpPr>
            <p:cNvPr id="17" name="item3_body"/>
            <p:cNvSpPr txBox="1"/>
            <p:nvPr/>
          </p:nvSpPr>
          <p:spPr>
            <a:xfrm>
              <a:off x="4754880" y="3931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{{item3_body}}</a:t>
              </a:r>
            </a:p>
          </p:txBody>
        </p:sp>
        <p:sp>
          <p:nvSpPr>
            <p:cNvPr id="18" name="item3_rule"/>
            <p:cNvSpPr/>
            <p:nvPr/>
          </p:nvSpPr>
          <p:spPr>
            <a:xfrm>
              <a:off x="1280160" y="4846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item4"/>
          <p:cNvGrpSpPr/>
          <p:nvPr/>
        </p:nvGrpSpPr>
        <p:grpSpPr>
          <a:xfrm>
            <a:off x="457200" y="5074920"/>
            <a:ext cx="11247120" cy="932688"/>
            <a:chOff x="457200" y="5074920"/>
            <a:chExt cx="11247120" cy="932688"/>
          </a:xfrm>
        </p:grpSpPr>
        <p:sp>
          <p:nvSpPr>
            <p:cNvPr id="20" name="item4_num"/>
            <p:cNvSpPr/>
            <p:nvPr/>
          </p:nvSpPr>
          <p:spPr>
            <a:xfrm>
              <a:off x="457200" y="5120640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1" name="item4_head"/>
            <p:cNvSpPr txBox="1"/>
            <p:nvPr/>
          </p:nvSpPr>
          <p:spPr>
            <a:xfrm>
              <a:off x="1280160" y="5074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{{item4_head}}</a:t>
              </a:r>
            </a:p>
          </p:txBody>
        </p:sp>
        <p:sp>
          <p:nvSpPr>
            <p:cNvPr id="22" name="item4_body"/>
            <p:cNvSpPr txBox="1"/>
            <p:nvPr/>
          </p:nvSpPr>
          <p:spPr>
            <a:xfrm>
              <a:off x="4754880" y="5074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{{item4_body}}</a:t>
              </a:r>
            </a:p>
          </p:txBody>
        </p:sp>
        <p:sp>
          <p:nvSpPr>
            <p:cNvPr id="23" name="item4_rule"/>
            <p:cNvSpPr/>
            <p:nvPr/>
          </p:nvSpPr>
          <p:spPr>
            <a:xfrm>
              <a:off x="1280160" y="5989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grpSp>
        <p:nvGrpSpPr>
          <p:cNvPr id="4" name="item1"/>
          <p:cNvGrpSpPr/>
          <p:nvPr/>
        </p:nvGrpSpPr>
        <p:grpSpPr>
          <a:xfrm>
            <a:off x="457200" y="1554480"/>
            <a:ext cx="2926080" cy="4480560"/>
            <a:chOff x="457200" y="1554480"/>
            <a:chExt cx="2926080" cy="4480560"/>
          </a:xfrm>
        </p:grpSpPr>
        <p:sp>
          <p:nvSpPr>
            <p:cNvPr id="5" name="item1_chevron"/>
            <p:cNvSpPr/>
            <p:nvPr/>
          </p:nvSpPr>
          <p:spPr>
            <a:xfrm>
              <a:off x="457200" y="1554480"/>
              <a:ext cx="2926080" cy="822960"/>
            </a:xfrm>
            <a:prstGeom prst="homePlat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{{item1_phase}}</a:t>
              </a:r>
            </a:p>
          </p:txBody>
        </p:sp>
        <p:sp>
          <p:nvSpPr>
            <p:cNvPr id="6" name="item1_time"/>
            <p:cNvSpPr txBox="1"/>
            <p:nvPr/>
          </p:nvSpPr>
          <p:spPr>
            <a:xfrm>
              <a:off x="64008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{{item1_time}}</a:t>
              </a:r>
            </a:p>
          </p:txBody>
        </p:sp>
        <p:sp>
          <p:nvSpPr>
            <p:cNvPr id="7" name="item1_body"/>
            <p:cNvSpPr txBox="1"/>
            <p:nvPr/>
          </p:nvSpPr>
          <p:spPr>
            <a:xfrm>
              <a:off x="64008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{{item1_body}}</a:t>
              </a:r>
            </a:p>
          </p:txBody>
        </p:sp>
      </p:grpSp>
      <p:grpSp>
        <p:nvGrpSpPr>
          <p:cNvPr id="8" name="item2"/>
          <p:cNvGrpSpPr/>
          <p:nvPr/>
        </p:nvGrpSpPr>
        <p:grpSpPr>
          <a:xfrm>
            <a:off x="3291840" y="1554480"/>
            <a:ext cx="2926080" cy="4480560"/>
            <a:chOff x="3291840" y="1554480"/>
            <a:chExt cx="2926080" cy="4480560"/>
          </a:xfrm>
        </p:grpSpPr>
        <p:sp>
          <p:nvSpPr>
            <p:cNvPr id="9" name="item2_chevron"/>
            <p:cNvSpPr/>
            <p:nvPr/>
          </p:nvSpPr>
          <p:spPr>
            <a:xfrm>
              <a:off x="3291840" y="1554480"/>
              <a:ext cx="2926080" cy="822960"/>
            </a:xfrm>
            <a:prstGeom prst="chevron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{{item2_phase}}</a:t>
              </a:r>
            </a:p>
          </p:txBody>
        </p:sp>
        <p:sp>
          <p:nvSpPr>
            <p:cNvPr id="10" name="item2_time"/>
            <p:cNvSpPr txBox="1"/>
            <p:nvPr/>
          </p:nvSpPr>
          <p:spPr>
            <a:xfrm>
              <a:off x="347472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{{item2_time}}</a:t>
              </a:r>
            </a:p>
          </p:txBody>
        </p:sp>
        <p:sp>
          <p:nvSpPr>
            <p:cNvPr id="11" name="item2_body"/>
            <p:cNvSpPr txBox="1"/>
            <p:nvPr/>
          </p:nvSpPr>
          <p:spPr>
            <a:xfrm>
              <a:off x="347472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{{item2_body}}</a:t>
              </a:r>
            </a:p>
          </p:txBody>
        </p:sp>
      </p:grpSp>
      <p:grpSp>
        <p:nvGrpSpPr>
          <p:cNvPr id="12" name="item3"/>
          <p:cNvGrpSpPr/>
          <p:nvPr/>
        </p:nvGrpSpPr>
        <p:grpSpPr>
          <a:xfrm>
            <a:off x="6126480" y="1554480"/>
            <a:ext cx="2926080" cy="4480560"/>
            <a:chOff x="6126480" y="1554480"/>
            <a:chExt cx="2926080" cy="4480560"/>
          </a:xfrm>
        </p:grpSpPr>
        <p:sp>
          <p:nvSpPr>
            <p:cNvPr id="13" name="item3_chevron"/>
            <p:cNvSpPr/>
            <p:nvPr/>
          </p:nvSpPr>
          <p:spPr>
            <a:xfrm>
              <a:off x="6126480" y="1554480"/>
              <a:ext cx="2926080" cy="822960"/>
            </a:xfrm>
            <a:prstGeom prst="chevron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{{item3_phase}}</a:t>
              </a:r>
            </a:p>
          </p:txBody>
        </p:sp>
        <p:sp>
          <p:nvSpPr>
            <p:cNvPr id="14" name="item3_time"/>
            <p:cNvSpPr txBox="1"/>
            <p:nvPr/>
          </p:nvSpPr>
          <p:spPr>
            <a:xfrm>
              <a:off x="630936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{{item3_time}}</a:t>
              </a:r>
            </a:p>
          </p:txBody>
        </p:sp>
        <p:sp>
          <p:nvSpPr>
            <p:cNvPr id="15" name="item3_body"/>
            <p:cNvSpPr txBox="1"/>
            <p:nvPr/>
          </p:nvSpPr>
          <p:spPr>
            <a:xfrm>
              <a:off x="630936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{{item3_body}}</a:t>
              </a:r>
            </a:p>
          </p:txBody>
        </p:sp>
      </p:grpSp>
      <p:grpSp>
        <p:nvGrpSpPr>
          <p:cNvPr id="16" name="item4"/>
          <p:cNvGrpSpPr/>
          <p:nvPr/>
        </p:nvGrpSpPr>
        <p:grpSpPr>
          <a:xfrm>
            <a:off x="8961120" y="1554480"/>
            <a:ext cx="2926080" cy="4480560"/>
            <a:chOff x="8961120" y="1554480"/>
            <a:chExt cx="2926080" cy="4480560"/>
          </a:xfrm>
        </p:grpSpPr>
        <p:sp>
          <p:nvSpPr>
            <p:cNvPr id="17" name="item4_chevron"/>
            <p:cNvSpPr/>
            <p:nvPr/>
          </p:nvSpPr>
          <p:spPr>
            <a:xfrm>
              <a:off x="8961120" y="1554480"/>
              <a:ext cx="2926080" cy="822960"/>
            </a:xfrm>
            <a:prstGeom prst="chevron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{{item4_phase}}</a:t>
              </a:r>
            </a:p>
          </p:txBody>
        </p:sp>
        <p:sp>
          <p:nvSpPr>
            <p:cNvPr id="18" name="item4_time"/>
            <p:cNvSpPr txBox="1"/>
            <p:nvPr/>
          </p:nvSpPr>
          <p:spPr>
            <a:xfrm>
              <a:off x="914400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{{item4_time}}</a:t>
              </a:r>
            </a:p>
          </p:txBody>
        </p:sp>
        <p:sp>
          <p:nvSpPr>
            <p:cNvPr id="19" name="item4_body"/>
            <p:cNvSpPr txBox="1"/>
            <p:nvPr/>
          </p:nvSpPr>
          <p:spPr>
            <a:xfrm>
              <a:off x="914400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{{item4_body}}</a:t>
              </a:r>
            </a:p>
          </p:txBody>
        </p:sp>
      </p:grpSp>
      <p:sp>
        <p:nvSpPr>
          <p:cNvPr id="20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sp>
        <p:nvSpPr>
          <p:cNvPr id="4" name="left_head"/>
          <p:cNvSpPr txBox="1"/>
          <p:nvPr/>
        </p:nvSpPr>
        <p:spPr>
          <a:xfrm>
            <a:off x="457200" y="155448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F5D7C"/>
                </a:solidFill>
              </a:rPr>
              <a:t>{{left_head}}</a:t>
            </a:r>
          </a:p>
        </p:txBody>
      </p:sp>
      <p:sp>
        <p:nvSpPr>
          <p:cNvPr id="5" name="left_body"/>
          <p:cNvSpPr txBox="1"/>
          <p:nvPr/>
        </p:nvSpPr>
        <p:spPr>
          <a:xfrm>
            <a:off x="457200" y="2194560"/>
            <a:ext cx="5394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{{left_body}}</a:t>
            </a:r>
          </a:p>
        </p:txBody>
      </p:sp>
      <p:sp>
        <p:nvSpPr>
          <p:cNvPr id="6" name="divider"/>
          <p:cNvSpPr/>
          <p:nvPr/>
        </p:nvSpPr>
        <p:spPr>
          <a:xfrm>
            <a:off x="6080760" y="1554480"/>
            <a:ext cx="18288" cy="448056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_head"/>
          <p:cNvSpPr txBox="1"/>
          <p:nvPr/>
        </p:nvSpPr>
        <p:spPr>
          <a:xfrm>
            <a:off x="6309360" y="155448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F5D7C"/>
                </a:solidFill>
              </a:rPr>
              <a:t>{{right_head}}</a:t>
            </a:r>
          </a:p>
        </p:txBody>
      </p:sp>
      <p:sp>
        <p:nvSpPr>
          <p:cNvPr id="8" name="right_body"/>
          <p:cNvSpPr txBox="1"/>
          <p:nvPr/>
        </p:nvSpPr>
        <p:spPr>
          <a:xfrm>
            <a:off x="6309360" y="2194560"/>
            <a:ext cx="5394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{{right_body}}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